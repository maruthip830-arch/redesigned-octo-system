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83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ASTRARENT PLATFORM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AstraRent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Hardware Leasing out on the 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architecture for the modern corporate fleet.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AstraRent?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fully decentralized edge application designed for seamless IT hardware leasing. We remove the friction from massive enterprise fleet deployments.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77724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it for?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operators, IT administrators, and corporate users needing instant remote deployment across the world.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0" y="1371600"/>
            <a:ext cx="3200400" cy="3200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20116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Currently,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rental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a bottleneck.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03241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⚠"/>
            </a:pPr>
            <a:r>
              <a:rPr lang="en-US" sz="22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workflows take 24-48 hours.Fragmented database systems for tracking hardware.Poor UI/UX experiences lower conversion rates.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223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◼"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Zero-Friction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</a:t>
            </a:r>
            <a:r>
              <a:rPr lang="en-US" sz="2000" dirty="0" smtClean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bounce rates and ensures a premium user journey.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AI </a:t>
            </a: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</a:t>
            </a:r>
            <a:r>
              <a:rPr lang="en-US" sz="2000" dirty="0" smtClean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Drops </a:t>
            </a: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onboarding processing time from days to mere milliseconds.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 Distributed </a:t>
            </a: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US" sz="2000" dirty="0" smtClean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fleet updates everywhere simultaneously, worldwide.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Technologies &amp; Skills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366F1"/>
                </a:solidFill>
              </a:rPr>
              <a:t>React + Vite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286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4899"/>
                </a:solidFill>
              </a:rPr>
              <a:t>Firebase Cloud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286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Tesseract.js (OCR)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0" y="2926080"/>
            <a:ext cx="2286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EmailJS Crypto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2286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Vercel Edge API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657" y="637591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Checkout Funnel &amp; AI Validation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Document Upload directly to Client-Side AI Engine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77724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Neural Net vector matching processes within browser sandbox.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Secure TLS dispatch of cryptographic OTP via EmailJS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Multi-Tenant Cloud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5253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b="1" dirty="0">
                <a:solidFill>
                  <a:srgbClr val="EC4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Serverless Live Database:</a:t>
            </a:r>
            <a:r>
              <a:rPr lang="en-US" sz="22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 NoSQL layer mapping real-time hardware data</a:t>
            </a:r>
            <a:r>
              <a:rPr lang="en-US" sz="2200" dirty="0" smtClean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b="1" dirty="0" smtClean="0">
                <a:solidFill>
                  <a:srgbClr val="EC4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2200" b="1" dirty="0">
                <a:solidFill>
                  <a:srgbClr val="EC4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 Tunnels:</a:t>
            </a:r>
            <a:r>
              <a:rPr lang="en-US" sz="22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onSnapshot listeners guarantee sub-second visual updates across devices</a:t>
            </a:r>
            <a:r>
              <a:rPr lang="en-US" sz="2200" dirty="0" smtClean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b="1" dirty="0" smtClean="0">
                <a:solidFill>
                  <a:srgbClr val="EC4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</a:t>
            </a:r>
            <a:r>
              <a:rPr lang="en-US" sz="2200" b="1" dirty="0">
                <a:solidFill>
                  <a:srgbClr val="EC4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Matrix:</a:t>
            </a:r>
            <a:r>
              <a:rPr lang="en-US" sz="22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Firestore Security Rules protect enterprise component isolation.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Executive Command Center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Operations Portal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Live Telemetry Stream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Identity Verification Queue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Gross Processed Revenue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 User Count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1-Click CSV Log Export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365760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64592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Executives have a real-time birds-eye view completely untethered from legacy VPN, tracking exact hardware locations securely.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DEMONSTRATION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E7FF"/>
                </a:solidFill>
              </a:rPr>
              <a:t>Scanning the Edge. Stand by.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Future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77724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77724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657600"/>
            <a:ext cx="77724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B2B Fleet Subscriptions (100+ hardware nodes per query)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Native Stripe API &amp; Webhook Integration for Subscriptions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Physical Courier / Drone Dispatch Hardware Pipelines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11559"/>
            <a:ext cx="91440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8244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366F1"/>
                </a:solidFill>
              </a:rPr>
              <a:t>Floor is open for Questions.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327</Words>
  <Application>Microsoft Office PowerPoint</Application>
  <PresentationFormat>On-screen Show (16:9)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AstraRent Platform Architecture</dc:title>
  <dc:subject>PptxGenJS Presentation</dc:subject>
  <dc:creator>PptxGenJS</dc:creator>
  <cp:lastModifiedBy>USER</cp:lastModifiedBy>
  <cp:revision>2</cp:revision>
  <dcterms:created xsi:type="dcterms:W3CDTF">2026-04-19T09:50:23Z</dcterms:created>
  <dcterms:modified xsi:type="dcterms:W3CDTF">2026-04-19T09:58:19Z</dcterms:modified>
</cp:coreProperties>
</file>